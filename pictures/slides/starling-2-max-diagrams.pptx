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-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-control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-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r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32" y="0"/>
            <a:ext cx="846033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733" y="0"/>
            <a:ext cx="9234534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