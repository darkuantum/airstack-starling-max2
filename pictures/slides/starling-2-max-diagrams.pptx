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-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-control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-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r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832" y="0"/>
            <a:ext cx="84603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88" y="0"/>
            <a:ext cx="951722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