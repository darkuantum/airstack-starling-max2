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-hardw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-control-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-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r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5832" y="0"/>
            <a:ext cx="8460336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7388" y="0"/>
            <a:ext cx="9517224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